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11088826" r:id="rId2"/>
    <p:sldId id="4873" r:id="rId3"/>
    <p:sldId id="11088832" r:id="rId4"/>
    <p:sldId id="11088833" r:id="rId5"/>
    <p:sldId id="11088834" r:id="rId6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76" autoAdjust="0"/>
    <p:restoredTop sz="87435" autoAdjust="0"/>
  </p:normalViewPr>
  <p:slideViewPr>
    <p:cSldViewPr snapToGrid="0" showGuides="1">
      <p:cViewPr varScale="1">
        <p:scale>
          <a:sx n="134" d="100"/>
          <a:sy n="134" d="100"/>
        </p:scale>
        <p:origin x="54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389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672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125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536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684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77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801" y="4830418"/>
            <a:ext cx="9140200" cy="31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 dirty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模拟人生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2290201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在一款名为“模拟人生”的游戏中，玩家面前有一圈整数（一共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个），玩家要按顺序将其分为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M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个部分，各部分内的数字相加，相加所得的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M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个结果对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取模后再相乘，最终得到一个数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，而如何划分使所得的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K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最大或者最小，这将决定玩家在游戏中的幸运值。现在请你帮助玩家获得最大的幸运值。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例如，对于</a:t>
            </a:r>
            <a:r>
              <a:rPr lang="zh-CN" altLang="zh-CN" sz="2000" kern="100" dirty="0" smtClean="0">
                <a:latin typeface="Times New Roman" panose="02020603050405020304"/>
                <a:ea typeface="宋体" panose="02010600030101010101" pitchFamily="2" charset="-122"/>
              </a:rPr>
              <a:t>图中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的数字（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M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）：当要求最小值时，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((2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1)%10)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((4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3)%10)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7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7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；要求最大值时，为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((2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3)%10)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16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-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1%10)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9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9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81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。特别值得注意的是，无论是负数还是正数，对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取模的结果均为非负值。</a:t>
            </a:r>
            <a:endParaRPr lang="zh-CN" altLang="zh-CN" sz="1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79529" y="2515922"/>
            <a:ext cx="3126364" cy="1990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874429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r>
              <a:rPr lang="zh-CN" altLang="zh-CN" sz="24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这里的取模运算无论是正数还是负数，对</a:t>
            </a:r>
            <a:r>
              <a:rPr lang="en-US" altLang="zh-CN" sz="24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zh-CN" altLang="zh-CN" sz="2400" dirty="0"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取模的结果均为非负值。在解法上首先破环为链</a:t>
            </a:r>
            <a:endParaRPr lang="zh-CN" altLang="en-US" sz="2400" kern="100" dirty="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463" y="1374692"/>
            <a:ext cx="6647040" cy="1731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1982424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应用动态规划，设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 sum[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表示前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个整数的和，设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表示前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个数分成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个部分所能取得的最大值，设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g[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表示前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个数分成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个部分所能取得的最小值。则其状态转移方程为：</a:t>
            </a:r>
          </a:p>
          <a:p>
            <a:pPr indent="276225"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max(f[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f[k][j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－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(((sum[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－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sum[k])%10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10)%10)) 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g[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min(g[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][j]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g[k][j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－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(((sum[</a:t>
            </a:r>
            <a:r>
              <a:rPr lang="en-US" altLang="zh-CN" sz="24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]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－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sum[k])%10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10)%10))  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-36350"/>
            <a:ext cx="9144000" cy="5121745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r>
              <a:rPr lang="nn-NO" altLang="zh-CN" sz="18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  for</a:t>
            </a:r>
            <a:r>
              <a:rPr lang="nn-NO" altLang="zh-CN" sz="1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18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                  </a:t>
            </a:r>
            <a:r>
              <a:rPr lang="nn-NO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nn-NO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前序和</a:t>
            </a: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sum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]+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a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];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</a:p>
          <a:p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nn-NO" altLang="zh-CN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                    </a:t>
            </a:r>
            <a:r>
              <a:rPr lang="nn-NO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nn-NO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初始化 </a:t>
            </a: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8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8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1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){</a:t>
            </a:r>
            <a:endParaRPr lang="zh-CN" alt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f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1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]=-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1u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&gt;&gt;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nn-NO" altLang="zh-CN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endParaRPr lang="nn-NO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f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]=(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]%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)%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nn-NO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g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8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2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nn-NO" altLang="zh-CN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endParaRPr lang="nn-NO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8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k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k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k</a:t>
            </a:r>
            <a:r>
              <a:rPr lang="en-US" altLang="zh-CN" sz="1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++){</a:t>
            </a:r>
            <a:endParaRPr lang="zh-CN" alt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1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max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]*(((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]-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])%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)%</a:t>
            </a:r>
            <a:r>
              <a:rPr lang="en-US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));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nn-NO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nn-NO" altLang="zh-CN" sz="1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min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]*(((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]-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nn-NO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k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])%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)%</a:t>
            </a:r>
            <a:r>
              <a:rPr lang="nn-NO" altLang="zh-CN" sz="1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10</a:t>
            </a:r>
            <a:r>
              <a:rPr lang="nn-NO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));</a:t>
            </a:r>
            <a:endParaRPr lang="nn-NO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Max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max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Max</a:t>
            </a:r>
            <a:r>
              <a:rPr lang="en-US" altLang="zh-CN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Min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min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Min</a:t>
            </a:r>
            <a:r>
              <a:rPr lang="en-US" altLang="zh-CN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g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][</a:t>
            </a:r>
            <a:r>
              <a:rPr lang="en-US" altLang="zh-CN" sz="1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</a:t>
            </a:r>
            <a:r>
              <a:rPr lang="en-US" altLang="zh-CN" sz="1800" b="1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a092a954-6655-4495-a4d7-d01858715303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405</Words>
  <Application>Microsoft Office PowerPoint</Application>
  <PresentationFormat>全屏显示(16:9)</PresentationFormat>
  <Paragraphs>30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Source Han Serif SC</vt:lpstr>
      <vt:lpstr>YaHei Consolas Hybrid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Courier New</vt:lpstr>
      <vt:lpstr>Times New Roman</vt:lpstr>
      <vt:lpstr>AAAAAAAAAAAAAAAAAAAAAAAAAAA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微软用户</cp:lastModifiedBy>
  <cp:revision>208</cp:revision>
  <dcterms:created xsi:type="dcterms:W3CDTF">2019-03-15T02:52:00Z</dcterms:created>
  <dcterms:modified xsi:type="dcterms:W3CDTF">2024-10-12T10:27:42Z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2B48F2A07DC240B2AE65E9427200D511</vt:lpwstr>
  </property>
  <property fmtid="{D5CDD505-2E9C-101B-9397-08002B2CF9AE}" pid="3" name="KSOProductBuildVer">
    <vt:lpwstr>2052-11.1.0.12763</vt:lpwstr>
  </property>
</Properties>
</file>
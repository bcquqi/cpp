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11088826" r:id="rId2"/>
    <p:sldId id="4873" r:id="rId3"/>
    <p:sldId id="11088827" r:id="rId4"/>
    <p:sldId id="11088828" r:id="rId5"/>
    <p:sldId id="11088829" r:id="rId6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76" autoAdjust="0"/>
    <p:restoredTop sz="87435" autoAdjust="0"/>
  </p:normalViewPr>
  <p:slideViewPr>
    <p:cSldViewPr snapToGrid="0" showGuides="1">
      <p:cViewPr varScale="1">
        <p:scale>
          <a:sx n="134" d="100"/>
          <a:sy n="134" d="100"/>
        </p:scale>
        <p:origin x="54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071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4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42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141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739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621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801" y="4830418"/>
            <a:ext cx="9140200" cy="31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 dirty="0" smtClean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切割铜棒</a:t>
            </a:r>
            <a:endParaRPr lang="zh-CN" altLang="en-US" sz="5900" b="1" dirty="0">
              <a:solidFill>
                <a:srgbClr val="075AA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-50489"/>
            <a:ext cx="9144000" cy="3459752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你的任务是切割不同长度的铜棒，切割铜棒每次只切一段，成本是根据铜棒的长度而定，不同切割的顺序会有不同的成本。 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例如：有一根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米长的铜棒必须在第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7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米的地方切割，你可以选择先切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米的地方，然后切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米的地方，最后切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7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米的地方，这样的选择其成本为：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8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。因为第一次切时铜棒长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米，第二次切时铜棒长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8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米，第三次切时铜棒长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米。但是如果你选择先切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米的地方，然后切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米的地方，最后切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7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米的地方，其成本为：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，显然这种切法就是一个较好的选择。　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marL="269875" indent="-69850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请找出切割一铜棒所需最小的成本。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54" y="1075491"/>
            <a:ext cx="7559045" cy="2454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408165" y="209211"/>
            <a:ext cx="302037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合并石子</a:t>
            </a:r>
            <a:r>
              <a:rPr lang="en-US" altLang="zh-CN" dirty="0"/>
              <a:t>1</a:t>
            </a:r>
            <a:r>
              <a:rPr lang="zh-CN" altLang="en-US" dirty="0"/>
              <a:t>的逆过程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564" y="0"/>
            <a:ext cx="90403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spcAft>
                <a:spcPts val="0"/>
              </a:spcAft>
            </a:pPr>
            <a:r>
              <a:rPr lang="zh-CN" altLang="en-US" sz="2400" kern="100" dirty="0" smtClean="0">
                <a:latin typeface="Times New Roman" panose="02020603050405020304"/>
                <a:ea typeface="宋体" panose="02010600030101010101" pitchFamily="2" charset="-122"/>
              </a:rPr>
              <a:t>样例</a:t>
            </a:r>
            <a:r>
              <a:rPr lang="en-US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中</a:t>
            </a:r>
            <a:r>
              <a:rPr lang="zh-CN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en-US" sz="2400" kern="100" dirty="0" smtClean="0">
                <a:latin typeface="Times New Roman" panose="02020603050405020304"/>
                <a:ea typeface="宋体" panose="02010600030101010101" pitchFamily="2" charset="-122"/>
              </a:rPr>
              <a:t>切割处为</a:t>
            </a:r>
            <a:r>
              <a:rPr lang="en-US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en-US" sz="2400" kern="100" dirty="0" smtClean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zh-CN" altLang="en-US" sz="2400" kern="100" dirty="0" smtClean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7</a:t>
            </a:r>
            <a:r>
              <a:rPr lang="zh-CN" altLang="en-US" sz="2400" kern="100" dirty="0" smtClean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8</a:t>
            </a:r>
            <a:r>
              <a:rPr lang="zh-CN" altLang="en-US" sz="2400" kern="100" dirty="0" smtClean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zh-CN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求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[0][3]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即从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切割点到第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切割点这一段铜棒切割所需花费的最小代价时，有两种切法，即从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的位置切或者从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的位置切，这样将这一段铜棒分为前后两部分，而前后两部分的最小代价值已经算出，所以两部分的最小代价值加这一刀的代价值即为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[0][3]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的值。如</a:t>
            </a:r>
            <a:r>
              <a:rPr lang="zh-CN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图所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示。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52301" y="2072128"/>
            <a:ext cx="4153212" cy="176458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641021" y="4102606"/>
            <a:ext cx="8149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时间复杂度为</a:t>
            </a:r>
            <a:r>
              <a:rPr lang="en-US" altLang="zh-CN" sz="2800" i="1" kern="100" dirty="0">
                <a:latin typeface="Times New Roman" panose="02020603050405020304"/>
                <a:ea typeface="宋体" panose="02010600030101010101" pitchFamily="2" charset="-122"/>
              </a:rPr>
              <a:t>O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800" kern="100" baseline="30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，空间复杂度为</a:t>
            </a:r>
            <a:r>
              <a:rPr lang="en-US" altLang="zh-CN" sz="2800" i="1" kern="100" dirty="0">
                <a:latin typeface="Times New Roman" panose="02020603050405020304"/>
                <a:ea typeface="宋体" panose="02010600030101010101" pitchFamily="2" charset="-122"/>
              </a:rPr>
              <a:t>O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800" kern="100" baseline="30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564" y="0"/>
            <a:ext cx="91084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endParaRPr lang="nn-NO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cin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&gt;&gt;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cut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cut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cut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memset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2000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127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/</a:t>
            </a:r>
            <a:r>
              <a:rPr lang="en-US" altLang="zh-CN" sz="2000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2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20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sizeof</a:t>
            </a:r>
            <a:r>
              <a:rPr lang="en-US" altLang="zh-CN" sz="20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));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20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endParaRPr lang="nn-NO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2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枚举跨度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枚举起始点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//k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分成两部分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min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]+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cut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]-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cut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cout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&lt;&lt;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"The minimum cutting is "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"."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endl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zh-CN" altLang="zh-CN" sz="1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2a9489c4-2e44-4dfb-8e95-2b2035315b3d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454</Words>
  <Application>Microsoft Office PowerPoint</Application>
  <PresentationFormat>全屏显示(16:9)</PresentationFormat>
  <Paragraphs>24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Source Han Serif SC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Courier New</vt:lpstr>
      <vt:lpstr>Times New Roman</vt:lpstr>
      <vt:lpstr>AAAAAAAAAAAAAAAAAAAAAAAAAAA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微软用户</cp:lastModifiedBy>
  <cp:revision>199</cp:revision>
  <dcterms:created xsi:type="dcterms:W3CDTF">2019-03-15T02:52:00Z</dcterms:created>
  <dcterms:modified xsi:type="dcterms:W3CDTF">2024-10-12T09:42:01Z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CA7A864DF8A74E4B9C0FE11B9E83CC75</vt:lpwstr>
  </property>
  <property fmtid="{D5CDD505-2E9C-101B-9397-08002B2CF9AE}" pid="3" name="KSOProductBuildVer">
    <vt:lpwstr>2052-11.1.0.12763</vt:lpwstr>
  </property>
</Properties>
</file>